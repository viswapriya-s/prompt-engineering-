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Output Quality Score (1–10)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Query
Decomposition</c:v>
                  </c:pt>
                  <c:pt idx="1">
                    <c:v>Decision-
Making</c:v>
                  </c:pt>
                  <c:pt idx="2">
                    <c:v>Semantic
Filtering</c:v>
                  </c:pt>
                  <c:pt idx="3">
                    <c:v>Structured
Prompting</c:v>
                  </c:pt>
                  <c:pt idx="4">
                    <c:v>Creative
Prompting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8.2</c:v>
                </c:pt>
                <c:pt idx="1">
                  <c:v>8.7</c:v>
                </c:pt>
                <c:pt idx="2">
                  <c:v>7.9</c:v>
                </c:pt>
                <c:pt idx="3">
                  <c:v>9.1</c:v>
                </c:pt>
                <c:pt idx="4">
                  <c:v>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828800" cy="1828800"/>
          </a:xfrm>
          <a:prstGeom prst="ellipse">
            <a:avLst/>
          </a:prstGeom>
          <a:solidFill>
            <a:srgbClr val="E94560">
              <a:alpha val="30000"/>
            </a:srgbClr>
          </a:solidFill>
          <a:ln w="12700">
            <a:solidFill>
              <a:srgbClr val="E9456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Prompt Patterns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029200" cy="36576"/>
          </a:xfrm>
          <a:prstGeom prst="rect">
            <a:avLst/>
          </a:prstGeom>
          <a:solidFill>
            <a:srgbClr val="D1D8E8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different prompt structures affect quality, coherence,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D1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creativity, and structure of AI-generated content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9776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Query Decomposition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94560" y="397764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39776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Decision-Making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31920" y="397764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39776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Semantic Filtering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0" y="397764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39776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Structured Prompting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06640" y="397764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39776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Creative Prompting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Assignment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Assignment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548640" cy="1463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548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Create Prompts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Design diverse prompt structures for content generation tasks across multiple domains.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71600"/>
            <a:ext cx="548640" cy="1463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71600"/>
            <a:ext cx="548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Generate Content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1920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Produce reports, articles, case studies, and creative content using AI tools.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63240"/>
            <a:ext cx="548640" cy="1463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063240"/>
            <a:ext cx="548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Compare Outputs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6118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Systematically compare results from different prompt styles side-by-side.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063240"/>
            <a:ext cx="548640" cy="1463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063240"/>
            <a:ext cx="548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0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Analyze Effectiveness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36118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Evaluate and critique prompt engineering techniques for quality and coherence.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 Prompt Engineering Techniques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</a:rPr>
              <a:t>Each technique shapes AI output in fundamentally different ways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554480" cy="329184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155448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94560"/>
                </a:solidFill>
              </a:rPr>
              <a:t>◈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" y="26974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Query Decomposition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34747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8E8"/>
                </a:solidFill>
              </a:rPr>
              <a:t>Breaking complex questions into structured sub-questions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93392" y="1463040"/>
            <a:ext cx="1554480" cy="329184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463040"/>
            <a:ext cx="155448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1993392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93392" y="2011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A623"/>
                </a:solidFill>
              </a:rPr>
              <a:t>⟁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066544" y="26974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Decision-Making Prompts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66544" y="34747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8E8"/>
                </a:solidFill>
              </a:rPr>
              <a:t>Guiding AI through structured reasoning and trade-offs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12464" y="1463040"/>
            <a:ext cx="1554480" cy="329184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12464" y="1463040"/>
            <a:ext cx="155448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3712464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12464" y="2011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B4D8"/>
                </a:solidFill>
              </a:rPr>
              <a:t>◎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785616" y="26974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Semantic Filtering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85616" y="34747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8E8"/>
                </a:solidFill>
              </a:rPr>
              <a:t>Constraining responses by meaning, tone, and relevance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31536" y="1463040"/>
            <a:ext cx="1554480" cy="329184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31536" y="1463040"/>
            <a:ext cx="1554480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5431536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31536" y="2011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6D6A0"/>
                </a:solidFill>
              </a:rPr>
              <a:t>▦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504688" y="26974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Structured Prompting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04688" y="34747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8E8"/>
                </a:solidFill>
              </a:rPr>
              <a:t>Using templates, roles, and format instructions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50608" y="1463040"/>
            <a:ext cx="1554480" cy="329184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50608" y="1463040"/>
            <a:ext cx="1554480" cy="457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/>
          <p:nvPr/>
        </p:nvSpPr>
        <p:spPr>
          <a:xfrm>
            <a:off x="7150608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50608" y="2011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78BFA"/>
                </a:solidFill>
              </a:rPr>
              <a:t>✦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223760" y="26974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Creative Prompting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23760" y="34747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8E8"/>
                </a:solidFill>
              </a:rPr>
              <a:t>Unlocking imaginative, non-linear AI responses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CD5"/>
                </a:solidFill>
              </a:rPr>
              <a:t>Technique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Query Decomposition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5303520" cy="9601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What it is: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8E8"/>
                </a:solidFill>
              </a:rPr>
              <a:t>Breaking a complex question into a series of smaller, manageable sub-questions that guide the AI step by step.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1463040" cy="59436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560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 Query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19072" y="26060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4560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65960" y="2560320"/>
            <a:ext cx="1463040" cy="594360"/>
          </a:xfrm>
          <a:prstGeom prst="rect">
            <a:avLst/>
          </a:prstGeom>
          <a:solidFill>
            <a:srgbClr val="E0608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65960" y="2560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Sub-Q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10712" y="26060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4560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0" y="2560320"/>
            <a:ext cx="1463040" cy="594360"/>
          </a:xfrm>
          <a:prstGeom prst="rect">
            <a:avLst/>
          </a:prstGeom>
          <a:solidFill>
            <a:srgbClr val="C040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0" y="2560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Sub-Q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02352" y="26060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4560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49240" y="2560320"/>
            <a:ext cx="1463040" cy="594360"/>
          </a:xfrm>
          <a:prstGeom prst="rect">
            <a:avLst/>
          </a:prstGeom>
          <a:solidFill>
            <a:srgbClr val="A0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2560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Sub-Q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93992" y="26060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4560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40880" y="2560320"/>
            <a:ext cx="1463040" cy="5943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40880" y="2560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Synthesized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Answer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383280"/>
            <a:ext cx="8595360" cy="146304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383280"/>
            <a:ext cx="54864" cy="1463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Example: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730752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Complex Query: </a:t>
            </a:r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"Write a report on climate change impact on agriculture"
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Decomposed: </a:t>
            </a:r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1) What are climate change effects? | 2) How does it affect crop yield? | 3) Which regions are most impacted? | 4) What are mitigation strategies?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D8E8"/>
                </a:solidFill>
              </a:rPr>
              <a:t>Technique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Decision-Making Prompts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342900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How It Works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993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Define the decision context clearly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420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5237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List available options or constraints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723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30540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Ask AI to evaluate trade-offs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027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3584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Request a justified recommendation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133088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33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Validate reasoning for coherence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4206240" cy="150876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481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Prompt Template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1874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1D8E8"/>
                </a:solidFill>
              </a:rPr>
              <a:t>"You are an expert advisor. Given [context], evaluate the following options: [A, B, C]. Consider [criteria]. Recommend the best option with reasoning."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017520"/>
            <a:ext cx="4206240" cy="178308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1272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Why It Works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5204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8E8"/>
                </a:solidFill>
              </a:rPr>
              <a:t>Structured reasoning forces the AI to consider multiple perspectives, reduces hallucinations, and produces more balanced, justified conclusions — ideal for case studies and analytical reports.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2FA"/>
                </a:solidFill>
              </a:rPr>
              <a:t>Technique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Semantic Filtering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69748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Tone Filtering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2011680"/>
            <a:ext cx="54864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993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Academic / Formal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670048"/>
            <a:ext cx="54864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Casual / Conversational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3328416"/>
            <a:ext cx="54864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3310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Persuasive / Marketing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986784"/>
            <a:ext cx="54864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39684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Neutral / Journalistic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37160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371600"/>
            <a:ext cx="269748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3273552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Scope Filtering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64992" y="2011680"/>
            <a:ext cx="54864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3511296" y="1993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Limit to specific domain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64992" y="2670048"/>
            <a:ext cx="54864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3511296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Exclude irrelevant details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64992" y="3328416"/>
            <a:ext cx="54864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3511296" y="3310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Focus on key variables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64992" y="3986784"/>
            <a:ext cx="54864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3511296" y="39684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Restrict time period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137160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371600"/>
            <a:ext cx="2697480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9" name="Text 27"/>
          <p:cNvSpPr/>
          <p:nvPr/>
        </p:nvSpPr>
        <p:spPr>
          <a:xfrm>
            <a:off x="6199632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Quality Filtering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91072" y="2011680"/>
            <a:ext cx="54864" cy="3200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1" name="Text 29"/>
          <p:cNvSpPr/>
          <p:nvPr/>
        </p:nvSpPr>
        <p:spPr>
          <a:xfrm>
            <a:off x="6437376" y="1993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Request verified facts only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91072" y="2670048"/>
            <a:ext cx="54864" cy="3200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3" name="Text 31"/>
          <p:cNvSpPr/>
          <p:nvPr/>
        </p:nvSpPr>
        <p:spPr>
          <a:xfrm>
            <a:off x="6437376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Avoid speculation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91072" y="3328416"/>
            <a:ext cx="54864" cy="3200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5" name="Text 33"/>
          <p:cNvSpPr/>
          <p:nvPr/>
        </p:nvSpPr>
        <p:spPr>
          <a:xfrm>
            <a:off x="6437376" y="3310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Use reliable sources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91072" y="3986784"/>
            <a:ext cx="54864" cy="3200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7" name="Text 35"/>
          <p:cNvSpPr/>
          <p:nvPr/>
        </p:nvSpPr>
        <p:spPr>
          <a:xfrm>
            <a:off x="6437376" y="39684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Flag uncertain claims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</a:rPr>
              <a:t>💡  Tip: Combine multiple filters — e.g., "Write in an academic tone, focused only on post-2020 data, avoiding speculation."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FF4"/>
                </a:solidFill>
              </a:rPr>
              <a:t>Technique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Structured Prompting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347472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813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The ROLE-TASK-FORMAT Template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914400" cy="38404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63040" y="2029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8E8"/>
                </a:solidFill>
              </a:rPr>
              <a:t>You are a senior data scientist...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91440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603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CONTEXT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63040" y="25786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8E8"/>
                </a:solidFill>
              </a:rPr>
              <a:t>Given this dataset on customer churn...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91440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TASK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463040" y="3127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8E8"/>
                </a:solidFill>
              </a:rPr>
              <a:t>Analyze trends and identify key drivers...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914400" cy="3840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576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FORMAT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63040" y="3675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8E8"/>
                </a:solidFill>
              </a:rPr>
              <a:t>Structure as: Summary → Findings → Recommendations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914400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062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CONSTRAINTS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463040" y="4224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8E8"/>
                </a:solidFill>
              </a:rPr>
              <a:t>Use plain English. Max 300 words. Cite evidence.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4206240" cy="347472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4813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Key Benefits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20116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6636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Consistency: 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6636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Every output follows the same quality structure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257860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66360" y="2578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Reproducibility: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6636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Same template → predictable results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14553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66360" y="31455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Scalability: 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6636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Reuse templates for batch content creation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71246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66360" y="3712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Error Reduction: 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66360" y="3968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Fewer vague or off-topic responses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42793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66360" y="4279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Comparability: 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66360" y="4535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Easy side-by-side output analysis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9FE"/>
                </a:solidFill>
              </a:rPr>
              <a:t>Technique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Creative Prompting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416052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Persona Assignment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"Write as a futurist in 2075 looking back at how AI changed education."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416052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Narrative Framing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"Tell the story of climate change through the eyes of a glacier."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5468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54680"/>
            <a:ext cx="416052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3154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Constraint-Based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7033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"Explain blockchain in exactly 6 sentences using no technical jargon."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15468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154680"/>
            <a:ext cx="4160520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4818888" y="3154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What-If Scenarios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7033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"What if social media had been invented in the 1800s? Write an article."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90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D28D9"/>
                </a:solidFill>
              </a:rPr>
              <a:t>Creative prompting unlocks imagination — best for storytelling, marketing copy, brainstorming, and exploratory articles.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Comparing Prompt Techniques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4"/>
                </a:solidFill>
              </a:rPr>
              <a:t>How each technique performs across key content dimensions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182880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234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Technique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234440"/>
            <a:ext cx="228600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234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For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234440"/>
            <a:ext cx="82296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2344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Quality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1234440"/>
            <a:ext cx="82296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2344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Coherence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82296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2344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Creativity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82296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2344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Complexity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1645920"/>
            <a:ext cx="182880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" y="16459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Query Decomposition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11680" y="1645920"/>
            <a:ext cx="228600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2011680" y="16459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8E8"/>
                </a:solidFill>
              </a:rPr>
              <a:t>Research reports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1645920"/>
            <a:ext cx="82296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164592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1645920"/>
            <a:ext cx="82296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164592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★★★★★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1645920"/>
            <a:ext cx="82296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164592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1645920"/>
            <a:ext cx="82296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164592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2267712"/>
            <a:ext cx="1828800" cy="566928"/>
          </a:xfrm>
          <a:prstGeom prst="rect">
            <a:avLst/>
          </a:prstGeom>
          <a:solidFill>
            <a:srgbClr val="172035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" y="226771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Decision-Making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011680" y="2267712"/>
            <a:ext cx="2286000" cy="566928"/>
          </a:xfrm>
          <a:prstGeom prst="rect">
            <a:avLst/>
          </a:prstGeom>
          <a:solidFill>
            <a:srgbClr val="172035"/>
          </a:solidFill>
          <a:ln/>
        </p:spPr>
      </p:sp>
      <p:sp>
        <p:nvSpPr>
          <p:cNvPr id="32" name="Text 30"/>
          <p:cNvSpPr/>
          <p:nvPr/>
        </p:nvSpPr>
        <p:spPr>
          <a:xfrm>
            <a:off x="2011680" y="226771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8E8"/>
                </a:solidFill>
              </a:rPr>
              <a:t>Case studies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97680" y="2267712"/>
            <a:ext cx="822960" cy="566928"/>
          </a:xfrm>
          <a:prstGeom prst="rect">
            <a:avLst/>
          </a:prstGeom>
          <a:solidFill>
            <a:srgbClr val="172035"/>
          </a:solidFill>
          <a:ln/>
        </p:spPr>
      </p:sp>
      <p:sp>
        <p:nvSpPr>
          <p:cNvPr id="34" name="Text 32"/>
          <p:cNvSpPr/>
          <p:nvPr/>
        </p:nvSpPr>
        <p:spPr>
          <a:xfrm>
            <a:off x="4297680" y="2267712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★★★★★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20640" y="2267712"/>
            <a:ext cx="822960" cy="566928"/>
          </a:xfrm>
          <a:prstGeom prst="rect">
            <a:avLst/>
          </a:prstGeom>
          <a:solidFill>
            <a:srgbClr val="172035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267712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0" y="2267712"/>
            <a:ext cx="822960" cy="566928"/>
          </a:xfrm>
          <a:prstGeom prst="rect">
            <a:avLst/>
          </a:prstGeom>
          <a:solidFill>
            <a:srgbClr val="172035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0" y="2267712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2267712"/>
            <a:ext cx="822960" cy="566928"/>
          </a:xfrm>
          <a:prstGeom prst="rect">
            <a:avLst/>
          </a:prstGeom>
          <a:solidFill>
            <a:srgbClr val="172035"/>
          </a:solidFill>
          <a:ln/>
        </p:spPr>
      </p:sp>
      <p:sp>
        <p:nvSpPr>
          <p:cNvPr id="40" name="Text 38"/>
          <p:cNvSpPr/>
          <p:nvPr/>
        </p:nvSpPr>
        <p:spPr>
          <a:xfrm>
            <a:off x="6766560" y="2267712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2880" y="2889504"/>
            <a:ext cx="182880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2" name="Text 40"/>
          <p:cNvSpPr/>
          <p:nvPr/>
        </p:nvSpPr>
        <p:spPr>
          <a:xfrm>
            <a:off x="182880" y="288950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Semantic Filtering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011680" y="2889504"/>
            <a:ext cx="228600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4" name="Text 42"/>
          <p:cNvSpPr/>
          <p:nvPr/>
        </p:nvSpPr>
        <p:spPr>
          <a:xfrm>
            <a:off x="2011680" y="288950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8E8"/>
                </a:solidFill>
              </a:rPr>
              <a:t>Articles / Blogs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297680" y="2889504"/>
            <a:ext cx="82296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6" name="Text 44"/>
          <p:cNvSpPr/>
          <p:nvPr/>
        </p:nvSpPr>
        <p:spPr>
          <a:xfrm>
            <a:off x="4297680" y="2889504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120640" y="2889504"/>
            <a:ext cx="82296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8" name="Text 46"/>
          <p:cNvSpPr/>
          <p:nvPr/>
        </p:nvSpPr>
        <p:spPr>
          <a:xfrm>
            <a:off x="5120640" y="2889504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43600" y="2889504"/>
            <a:ext cx="82296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0" y="2889504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66560" y="2889504"/>
            <a:ext cx="82296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52" name="Text 50"/>
          <p:cNvSpPr/>
          <p:nvPr/>
        </p:nvSpPr>
        <p:spPr>
          <a:xfrm>
            <a:off x="6766560" y="2889504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2880" y="3511296"/>
            <a:ext cx="1828800" cy="566928"/>
          </a:xfrm>
          <a:prstGeom prst="rect">
            <a:avLst/>
          </a:prstGeom>
          <a:solidFill>
            <a:srgbClr val="172035"/>
          </a:solidFill>
          <a:ln/>
        </p:spPr>
      </p:sp>
      <p:sp>
        <p:nvSpPr>
          <p:cNvPr id="54" name="Text 52"/>
          <p:cNvSpPr/>
          <p:nvPr/>
        </p:nvSpPr>
        <p:spPr>
          <a:xfrm>
            <a:off x="182880" y="351129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Structured Prompting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011680" y="3511296"/>
            <a:ext cx="2286000" cy="566928"/>
          </a:xfrm>
          <a:prstGeom prst="rect">
            <a:avLst/>
          </a:prstGeom>
          <a:solidFill>
            <a:srgbClr val="172035"/>
          </a:solidFill>
          <a:ln/>
        </p:spPr>
      </p:sp>
      <p:sp>
        <p:nvSpPr>
          <p:cNvPr id="56" name="Text 54"/>
          <p:cNvSpPr/>
          <p:nvPr/>
        </p:nvSpPr>
        <p:spPr>
          <a:xfrm>
            <a:off x="2011680" y="351129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8E8"/>
                </a:solidFill>
              </a:rPr>
              <a:t>Templates / Docs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297680" y="3511296"/>
            <a:ext cx="822960" cy="566928"/>
          </a:xfrm>
          <a:prstGeom prst="rect">
            <a:avLst/>
          </a:prstGeom>
          <a:solidFill>
            <a:srgbClr val="172035"/>
          </a:solidFill>
          <a:ln/>
        </p:spPr>
      </p:sp>
      <p:sp>
        <p:nvSpPr>
          <p:cNvPr id="58" name="Text 56"/>
          <p:cNvSpPr/>
          <p:nvPr/>
        </p:nvSpPr>
        <p:spPr>
          <a:xfrm>
            <a:off x="4297680" y="3511296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★★★★★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120640" y="3511296"/>
            <a:ext cx="822960" cy="566928"/>
          </a:xfrm>
          <a:prstGeom prst="rect">
            <a:avLst/>
          </a:prstGeom>
          <a:solidFill>
            <a:srgbClr val="172035"/>
          </a:solidFill>
          <a:ln/>
        </p:spPr>
      </p:sp>
      <p:sp>
        <p:nvSpPr>
          <p:cNvPr id="60" name="Text 58"/>
          <p:cNvSpPr/>
          <p:nvPr/>
        </p:nvSpPr>
        <p:spPr>
          <a:xfrm>
            <a:off x="5120640" y="3511296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★★★★★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943600" y="3511296"/>
            <a:ext cx="822960" cy="566928"/>
          </a:xfrm>
          <a:prstGeom prst="rect">
            <a:avLst/>
          </a:prstGeom>
          <a:solidFill>
            <a:srgbClr val="172035"/>
          </a:solidFill>
          <a:ln/>
        </p:spPr>
      </p:sp>
      <p:sp>
        <p:nvSpPr>
          <p:cNvPr id="62" name="Text 60"/>
          <p:cNvSpPr/>
          <p:nvPr/>
        </p:nvSpPr>
        <p:spPr>
          <a:xfrm>
            <a:off x="5943600" y="3511296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766560" y="3511296"/>
            <a:ext cx="822960" cy="566928"/>
          </a:xfrm>
          <a:prstGeom prst="rect">
            <a:avLst/>
          </a:prstGeom>
          <a:solidFill>
            <a:srgbClr val="172035"/>
          </a:solidFill>
          <a:ln/>
        </p:spPr>
      </p:sp>
      <p:sp>
        <p:nvSpPr>
          <p:cNvPr id="64" name="Text 62"/>
          <p:cNvSpPr/>
          <p:nvPr/>
        </p:nvSpPr>
        <p:spPr>
          <a:xfrm>
            <a:off x="6766560" y="3511296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★★★★★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82880" y="4133088"/>
            <a:ext cx="182880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66" name="Text 64"/>
          <p:cNvSpPr/>
          <p:nvPr/>
        </p:nvSpPr>
        <p:spPr>
          <a:xfrm>
            <a:off x="182880" y="413308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Creative Prompting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011680" y="4133088"/>
            <a:ext cx="228600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68" name="Text 66"/>
          <p:cNvSpPr/>
          <p:nvPr/>
        </p:nvSpPr>
        <p:spPr>
          <a:xfrm>
            <a:off x="2011680" y="413308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8E8"/>
                </a:solidFill>
              </a:rPr>
              <a:t>Stories / Marketing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297680" y="4133088"/>
            <a:ext cx="82296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70" name="Text 68"/>
          <p:cNvSpPr/>
          <p:nvPr/>
        </p:nvSpPr>
        <p:spPr>
          <a:xfrm>
            <a:off x="4297680" y="413308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120640" y="4133088"/>
            <a:ext cx="82296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72" name="Text 70"/>
          <p:cNvSpPr/>
          <p:nvPr/>
        </p:nvSpPr>
        <p:spPr>
          <a:xfrm>
            <a:off x="5120640" y="413308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943600" y="4133088"/>
            <a:ext cx="82296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74" name="Text 72"/>
          <p:cNvSpPr/>
          <p:nvPr/>
        </p:nvSpPr>
        <p:spPr>
          <a:xfrm>
            <a:off x="5943600" y="413308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★★★★★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766560" y="4133088"/>
            <a:ext cx="822960" cy="56692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76" name="Text 74"/>
          <p:cNvSpPr/>
          <p:nvPr/>
        </p:nvSpPr>
        <p:spPr>
          <a:xfrm>
            <a:off x="6766560" y="413308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★★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Analyzing Prompt Effectiveness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25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4"/>
                </a:solidFill>
              </a:rPr>
              <a:t>Quality Score by Technique (Illustrative)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73736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737360"/>
            <a:ext cx="292608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1828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80760" y="2331720"/>
            <a:ext cx="201168" cy="20116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23042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8E8"/>
                </a:solidFill>
              </a:rPr>
              <a:t>Structured prompting yields highest consistency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80760" y="2834640"/>
            <a:ext cx="201168" cy="20116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8072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8E8"/>
                </a:solidFill>
              </a:rPr>
              <a:t>Decision-making prompts produce best analysis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80760" y="3337560"/>
            <a:ext cx="201168" cy="20116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33101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8E8"/>
                </a:solidFill>
              </a:rPr>
              <a:t>Creative prompting scores high on originality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0760" y="3840480"/>
            <a:ext cx="201168" cy="20116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38130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8E8"/>
                </a:solidFill>
              </a:rPr>
              <a:t>Combining techniques boosts overall quality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80760" y="4343400"/>
            <a:ext cx="201168" cy="20116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4315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8E8"/>
                </a:solidFill>
              </a:rPr>
              <a:t>Context specificity improves all scores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Applying Prompt Patterns —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713232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502920" cy="7132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Define Your Goal: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143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8E8"/>
                </a:solidFill>
              </a:rPr>
              <a:t>What type of content do you need? Report, article, case study, or creative piece? This determines your technique.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8595360" cy="713232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47088"/>
            <a:ext cx="502920" cy="7132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84708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Choose a Technique: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19385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8E8"/>
                </a:solidFill>
              </a:rPr>
              <a:t>Match the content type to the best-fit prompt pattern using the comparison framework.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642616"/>
            <a:ext cx="8595360" cy="713232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42616"/>
            <a:ext cx="502920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64261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734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Draft Your Prompt: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73405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8E8"/>
                </a:solidFill>
              </a:rPr>
              <a:t>Write the prompt using the template: Role → Context → Task → Format → Constraints.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438144"/>
            <a:ext cx="8595360" cy="713232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38144"/>
            <a:ext cx="502920" cy="71323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43814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529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Generate &amp; Review: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52958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8E8"/>
                </a:solidFill>
              </a:rPr>
              <a:t>Run the prompt and critically evaluate quality, coherence, relevance, and creativity.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233672"/>
            <a:ext cx="8595360" cy="713232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33672"/>
            <a:ext cx="502920" cy="7132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23367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4325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Iterate &amp; Compare: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43251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8E8"/>
                </a:solidFill>
              </a:rPr>
              <a:t>Try alternate prompt styles on the same task and document differences in output quality.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0F3460">
              <a:alpha val="40000"/>
            </a:srgbClr>
          </a:solidFill>
          <a:ln w="12700">
            <a:solidFill>
              <a:srgbClr val="0F346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E94560">
              <a:alpha val="25000"/>
            </a:srgbClr>
          </a:solidFill>
          <a:ln w="12700">
            <a:solidFill>
              <a:srgbClr val="E9456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Prompt structure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shapes content quality.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688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→  Different prompt patterns produce measurably different outputs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8E8"/>
                </a:solidFill>
              </a:rPr>
              <a:t>→  Structured prompting excels at consistency and professional docs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→  Creative prompting unlocks originality and imaginative content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8E8"/>
                </a:solidFill>
              </a:rPr>
              <a:t>→  Combining techniques is often the most powerful approach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→  Prompt engineering is a learnable, transferable skill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8E8"/>
                </a:solidFill>
              </a:rPr>
              <a:t>Prompt Engineering Assignment  •  Content Creation Using Prompt Patterns  •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Creation Using Prompt Patterns</dc:title>
  <dc:subject>PptxGenJS Presentation</dc:subject>
  <dc:creator>PptxGenJS</dc:creator>
  <cp:lastModifiedBy>PptxGenJS</cp:lastModifiedBy>
  <cp:revision>1</cp:revision>
  <dcterms:created xsi:type="dcterms:W3CDTF">2026-05-21T06:15:45Z</dcterms:created>
  <dcterms:modified xsi:type="dcterms:W3CDTF">2026-05-21T06:15:45Z</dcterms:modified>
</cp:coreProperties>
</file>